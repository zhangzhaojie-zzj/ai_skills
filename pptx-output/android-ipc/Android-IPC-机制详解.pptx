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00A89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2C39A">
              <a:lumMod val="75000"/>
              <a:lumOff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Android 跨进程通信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2C39A"/>
                </a:solidFill>
              </a:defRPr>
            </a:pPr>
            <a:r>
              <a:t>(IPC) 机制详解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来源：微信公众号「小墙程序员」| 掘金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28090"/>
                </a:solidFill>
              </a:defRPr>
            </a:pPr>
            <a:r>
              <a:t>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跨进程通信方式概览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Linux IPC 与 Android 特有机制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65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Messenger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轻量级 IPC 方案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AIDL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接口定义语言实现跨进程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52044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20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ContentProvider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40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数据共享的 IPC 方式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97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共享内存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MemoryFile 与 SharedMemory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074920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74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选型建议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39495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不同场景的最佳选择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</a:defRPr>
            </a:pPr>
            <a:r>
              <a:t>跨进程通信方式概览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090"/>
                </a:solidFill>
              </a:defRPr>
            </a:pPr>
            <a:r>
              <a:t>Linux IPC 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管道 - 缓冲区有限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信号 - 适用于中断控制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信号量 - 同步手段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共享内存 - 速度快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消息队列 - CPU 消耗大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套接字 - 通用但效率低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C39A"/>
                </a:solidFill>
              </a:defRPr>
            </a:pPr>
            <a:r>
              <a:t>Android 特有 IPC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Messenger - 基于 AIDL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AIDL - 接口定义语言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ContentProvider - 数据共享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03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MemoryFile - 共享内存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SharedMemory - Android 8+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Binder - 底层实现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</a:defRPr>
            </a:pPr>
            <a:r>
              <a:t>Messenger - 轻量级 IPC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D6D7E"/>
                </a:solidFill>
              </a:defRPr>
            </a:pPr>
            <a:r>
              <a:t>基于 AIDL 实现，通过 Message 对象在不同进程间传递数据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572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C39A"/>
                </a:solidFill>
              </a:defRPr>
            </a:pPr>
            <a:r>
              <a:t>核心特点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轻量级 IPC 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底层基于 AIDL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使用 Message 传递数据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支持双向通信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适合简单数据交换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4572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关键组件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  <a:latin typeface="Consolas"/>
              </a:defRPr>
            </a:pPr>
            <a:r>
              <a:t>ServiceMessenger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060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用于向服务端发送消息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  <a:latin typeface="Consolas"/>
              </a:defRPr>
            </a:pPr>
            <a:r>
              <a:t>ClientMessenger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用于接收服务端回复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  <a:latin typeface="Consolas"/>
              </a:defRPr>
            </a:pPr>
            <a:r>
              <a:t>ClientHandler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59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处理服务端返回的消息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</a:defRPr>
            </a:pPr>
            <a:r>
              <a:t>AIDL - Android 接口定义语言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914400"/>
          </a:xfrm>
          <a:prstGeom prst="roundRect">
            <a:avLst/>
          </a:prstGeom>
          <a:solidFill>
            <a:srgbClr val="FFF8E7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AIDL 允许定义客户端和服务端都认可的编程接口，实现跨进程通信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28090"/>
                </a:solidFill>
              </a:defRPr>
            </a:pPr>
            <a:r>
              <a:t>使用步骤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83464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创建 .aidl 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D6D7E"/>
                </a:solidFill>
              </a:defRPr>
            </a:pPr>
            <a:r>
              <a:t>定义接口方法</a:t>
            </a:r>
          </a:p>
        </p:txBody>
      </p:sp>
      <p:sp>
        <p:nvSpPr>
          <p:cNvPr id="11" name="Oval 10"/>
          <p:cNvSpPr/>
          <p:nvPr/>
        </p:nvSpPr>
        <p:spPr>
          <a:xfrm>
            <a:off x="3749039" y="283464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834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657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实现接口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023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D6D7E"/>
                </a:solidFill>
              </a:defRPr>
            </a:pPr>
            <a:r>
              <a:t>在服务端实现 Stub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83464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暴露接口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023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D6D7E"/>
                </a:solidFill>
              </a:defRPr>
            </a:pPr>
            <a:r>
              <a:t>通过 Service 返回 IBinder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0" y="283464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657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客户端调用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023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D6D7E"/>
                </a:solidFill>
              </a:defRPr>
            </a:pPr>
            <a:r>
              <a:t>绑定服务后调用方法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</a:defRPr>
            </a:pPr>
            <a:r>
              <a:t>ContentProvider - 数据共享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D6D7E"/>
                </a:solidFill>
              </a:defRPr>
            </a:pPr>
            <a:r>
              <a:t>底层基于 Binder，用于在不同应用间共享数据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896"/>
                </a:solidFill>
              </a:defRPr>
            </a:pPr>
            <a:r>
              <a:t>数据访问方式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Consolas"/>
              </a:defRPr>
            </a:pPr>
            <a:r>
              <a:t>• query() - 查询数据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Consolas"/>
              </a:defRPr>
            </a:pPr>
            <a:r>
              <a:t>• insert() - 插入数据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Consolas"/>
              </a:defRPr>
            </a:pPr>
            <a:r>
              <a:t>• update() - 更新数据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Consolas"/>
              </a:defRPr>
            </a:pPr>
            <a:r>
              <a:t>• delete() - 删除数据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  <a:latin typeface="Consolas"/>
              </a:defRPr>
            </a:pPr>
            <a:r>
              <a:t>• getType() - 返回 MIME 类型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C39A"/>
                </a:solidFill>
              </a:defRPr>
            </a:pPr>
            <a:r>
              <a:t>典型应用场景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应用间共享联系人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媒体库访问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66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日历数据同步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跨应用数据查询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46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• 系统级数据访问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</a:defRPr>
            </a:pPr>
            <a:r>
              <a:t>共享内存 - 高性能 IPC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28090"/>
                </a:solidFill>
              </a:defRPr>
            </a:pPr>
            <a:r>
              <a:t>MemoryFile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D6D7E"/>
                </a:solidFill>
              </a:defRPr>
            </a:pPr>
            <a:r>
              <a:t>传统共享内存实现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基于 ashmem 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支持文件描述符传递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需要 ParcelFileDescriptor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适用于大文件传输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需要手动管理内存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2C39A"/>
                </a:solidFill>
              </a:defRPr>
            </a:pPr>
            <a:r>
              <a:t>SharedMemory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D6D7E"/>
                </a:solidFill>
              </a:defRPr>
            </a:pPr>
            <a:r>
              <a:t>Android 8.0+ 新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更现代的 API 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3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自动内存管理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支持设置保护标志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更简单的使用方式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C3E50"/>
                </a:solidFill>
              </a:defRPr>
            </a:pPr>
            <a:r>
              <a:t>• 推荐用于新开发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IPC 机制选型建议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822960"/>
          </a:xfrm>
          <a:prstGeom prst="rect">
            <a:avLst/>
          </a:prstGeom>
          <a:solidFill>
            <a:srgbClr val="1E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简单数据传递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34439"/>
            <a:ext cx="2743200" cy="54864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2344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Messenger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轻量、易用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1277295" cy="8229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复杂接口调用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48840"/>
            <a:ext cx="2743200" cy="54864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AIDL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灵活、功能强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1277295" cy="822960"/>
          </a:xfrm>
          <a:prstGeom prst="rect">
            <a:avLst/>
          </a:prstGeom>
          <a:solidFill>
            <a:srgbClr val="1E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数据共享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063240"/>
            <a:ext cx="2743200" cy="54864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063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ContentProvider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标准、安全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11277295" cy="8229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大文件传输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977640"/>
            <a:ext cx="2743200" cy="54864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977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SharedMemory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高性能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11277295" cy="822960"/>
          </a:xfrm>
          <a:prstGeom prst="rect">
            <a:avLst/>
          </a:prstGeom>
          <a:solidFill>
            <a:srgbClr val="1E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频繁通信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892040"/>
            <a:ext cx="2743200" cy="54864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892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Binder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5488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底层、高效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28090"/>
                </a:solidFill>
              </a:defRPr>
            </a:pPr>
            <a:r>
              <a:t>总结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Android IPC 基于 Linux IPC，但提供了更高效的 Binder 机制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Messenger 适合简单场景，AIDL 适合复杂接口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26079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ContentProvider 是数据共享的标准方式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共享内存适合大文件传输，性能最优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根据场景选择合适的 IPC 机制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486400"/>
            <a:ext cx="103628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D6D7E"/>
                </a:solidFill>
              </a:defRPr>
            </a:pPr>
            <a:r>
              <a:t>感谢阅读 | 来源：微信公众号「小墙程序员」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